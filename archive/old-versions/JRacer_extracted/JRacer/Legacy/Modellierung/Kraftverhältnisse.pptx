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294" y="5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91A69-05F0-4CF8-9279-130387977098}" type="datetimeFigureOut">
              <a:rPr lang="de-DE" smtClean="0"/>
              <a:t>05.02.2009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323F2-E1D7-4FEB-B5ED-909203356B0C}" type="slidenum">
              <a:rPr lang="de-DE" smtClean="0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erade Verbindung 8"/>
          <p:cNvCxnSpPr/>
          <p:nvPr/>
        </p:nvCxnSpPr>
        <p:spPr>
          <a:xfrm flipV="1">
            <a:off x="2714612" y="2285992"/>
            <a:ext cx="3240000" cy="3240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5954612" y="2148951"/>
            <a:ext cx="161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Lustwiderstand</a:t>
            </a:r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3514448" y="5528802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Geschwindigkeit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928662" y="3405637"/>
            <a:ext cx="1785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Verursachte Beschleunigung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3597158" y="1744136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Höchstgeschwindigkeit</a:t>
            </a:r>
            <a:endParaRPr lang="de-DE" dirty="0"/>
          </a:p>
        </p:txBody>
      </p:sp>
      <p:cxnSp>
        <p:nvCxnSpPr>
          <p:cNvPr id="21" name="Gerade Verbindung mit Pfeil 20"/>
          <p:cNvCxnSpPr/>
          <p:nvPr/>
        </p:nvCxnSpPr>
        <p:spPr>
          <a:xfrm>
            <a:off x="2714580" y="5528802"/>
            <a:ext cx="3600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 rot="5400000" flipH="1" flipV="1">
            <a:off x="914612" y="3728802"/>
            <a:ext cx="3600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Freihandform 26"/>
          <p:cNvSpPr/>
          <p:nvPr/>
        </p:nvSpPr>
        <p:spPr>
          <a:xfrm>
            <a:off x="2724150" y="2628893"/>
            <a:ext cx="2971808" cy="704858"/>
          </a:xfrm>
          <a:custGeom>
            <a:avLst/>
            <a:gdLst>
              <a:gd name="connsiteX0" fmla="*/ 0 w 2495550"/>
              <a:gd name="connsiteY0" fmla="*/ 3338512 h 3338512"/>
              <a:gd name="connsiteX1" fmla="*/ 1400175 w 2495550"/>
              <a:gd name="connsiteY1" fmla="*/ 471487 h 3338512"/>
              <a:gd name="connsiteX2" fmla="*/ 2495550 w 2495550"/>
              <a:gd name="connsiteY2" fmla="*/ 509587 h 333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95550" h="3338512">
                <a:moveTo>
                  <a:pt x="0" y="3338512"/>
                </a:moveTo>
                <a:cubicBezTo>
                  <a:pt x="492125" y="2140743"/>
                  <a:pt x="984250" y="942974"/>
                  <a:pt x="1400175" y="471487"/>
                </a:cubicBezTo>
                <a:cubicBezTo>
                  <a:pt x="1816100" y="0"/>
                  <a:pt x="2233613" y="398462"/>
                  <a:pt x="2495550" y="509587"/>
                </a:cubicBezTo>
              </a:path>
            </a:pathLst>
          </a:cu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 Verbindung mit Pfeil 16"/>
          <p:cNvCxnSpPr/>
          <p:nvPr/>
        </p:nvCxnSpPr>
        <p:spPr>
          <a:xfrm rot="16200000" flipH="1">
            <a:off x="5155140" y="2376481"/>
            <a:ext cx="500066" cy="21431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2839920" y="2233604"/>
            <a:ext cx="151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Motorleistung</a:t>
            </a:r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Bildschirmpräsentation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Larissa-Design</vt:lpstr>
      <vt:lpstr>Folie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Jan Schlte-Rebbelmund</dc:creator>
  <cp:lastModifiedBy>Jan Schlte-Rebbelmund</cp:lastModifiedBy>
  <cp:revision>10</cp:revision>
  <dcterms:created xsi:type="dcterms:W3CDTF">2009-02-05T11:22:17Z</dcterms:created>
  <dcterms:modified xsi:type="dcterms:W3CDTF">2009-02-05T12:52:42Z</dcterms:modified>
</cp:coreProperties>
</file>