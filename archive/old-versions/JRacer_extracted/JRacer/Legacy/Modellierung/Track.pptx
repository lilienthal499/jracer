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webPr encoding="windows-1252"/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-64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B6B86670-6679-4E42-8254-E3B91BC3DE7B}" type="datetimeFigureOut">
              <a:rPr lang="de-DE"/>
              <a:pPr>
                <a:defRPr/>
              </a:pPr>
              <a:t>21.02.2009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de-DE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de-DE" noProof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81614E77-D4FB-47E3-B4F2-12EB53A00657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de-D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EBCB73-1B3C-4487-BE37-600CF16B7714}" type="datetimeFigureOut">
              <a:rPr lang="de-DE"/>
              <a:pPr>
                <a:defRPr/>
              </a:pPr>
              <a:t>21.02.2009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5CB5A3-D3CB-43FB-B386-AF2897C6CC40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de-D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062129-8B88-410D-BD4C-9B61DB15237F}" type="datetimeFigureOut">
              <a:rPr lang="de-DE"/>
              <a:pPr>
                <a:defRPr/>
              </a:pPr>
              <a:t>21.02.2009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5D403A-22B7-4C72-9098-12E75CE3C07E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de-D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17C730-8276-426C-B961-37A59DDF2910}" type="datetimeFigureOut">
              <a:rPr lang="de-DE"/>
              <a:pPr>
                <a:defRPr/>
              </a:pPr>
              <a:t>21.02.2009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1DB814-FA48-427C-A43C-3659F3D26955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de-D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e-D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e-DE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BC8187-CFA0-4EA5-A6CB-A2B862CBC004}" type="datetimeFigureOut">
              <a:rPr lang="de-DE"/>
              <a:pPr>
                <a:defRPr/>
              </a:pPr>
              <a:t>21.02.2009</a:t>
            </a:fld>
            <a:endParaRPr lang="de-DE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AEC0D9-476C-4A50-8EE4-6C884E3A55DC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de-D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e-D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e-DE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E44C48-2612-4239-B4EC-66047A929E4B}" type="datetimeFigureOut">
              <a:rPr lang="de-DE"/>
              <a:pPr>
                <a:defRPr/>
              </a:pPr>
              <a:t>21.02.2009</a:t>
            </a:fld>
            <a:endParaRPr lang="de-DE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B27A00-D10C-4CFD-9280-A5CD50AF58C5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de-DE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F59FF-1613-45B1-AB7E-D260C06F28BD}" type="datetimeFigureOut">
              <a:rPr lang="de-DE"/>
              <a:pPr>
                <a:defRPr/>
              </a:pPr>
              <a:t>21.02.2009</a:t>
            </a:fld>
            <a:endParaRPr lang="de-DE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8A5DE0-501D-4727-8E7B-24C9D4EE8A31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F25618-EDA9-4506-9758-7B6D44DAB7FE}" type="datetimeFigureOut">
              <a:rPr lang="de-DE"/>
              <a:pPr>
                <a:defRPr/>
              </a:pPr>
              <a:t>21.02.2009</a:t>
            </a:fld>
            <a:endParaRPr lang="de-DE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E9FB93-A4D5-4C86-9641-5566A9BD0064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de-D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e-D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57BC41-D6A0-4E27-B7EB-DEE0BDE2DC52}" type="datetimeFigureOut">
              <a:rPr lang="de-DE"/>
              <a:pPr>
                <a:defRPr/>
              </a:pPr>
              <a:t>21.02.2009</a:t>
            </a:fld>
            <a:endParaRPr lang="de-DE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4DFD71-DEB7-44B9-855E-437BD3AC0309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de-D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de-DE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49DBEA-A944-4734-A65F-B39AAD0F36FF}" type="datetimeFigureOut">
              <a:rPr lang="de-DE"/>
              <a:pPr>
                <a:defRPr/>
              </a:pPr>
              <a:t>21.02.2009</a:t>
            </a:fld>
            <a:endParaRPr lang="de-DE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D1AE4A-89BC-448C-BE12-C527D3D829F7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de-D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D5E63D-052F-46A5-AB2E-AA73A7B23620}" type="datetimeFigureOut">
              <a:rPr lang="de-DE"/>
              <a:pPr>
                <a:defRPr/>
              </a:pPr>
              <a:t>21.02.2009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19CC70-9979-4FCD-8A6D-7FD6EE4DB241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de-D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064E99-9F21-4D77-9C6E-F330AA362300}" type="datetimeFigureOut">
              <a:rPr lang="de-DE"/>
              <a:pPr>
                <a:defRPr/>
              </a:pPr>
              <a:t>21.02.2009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AA147A-601B-4CEA-AB0B-6B611D81F00D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  <a:endParaRPr lang="de-DE" smtClean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e-DE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3F04165F-A357-41F9-9A12-93D1B7B0872F}" type="datetimeFigureOut">
              <a:rPr lang="de-DE"/>
              <a:pPr>
                <a:defRPr/>
              </a:pPr>
              <a:t>21.02.2009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116AFA64-A052-4EE6-B539-FED6A57CB387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roup 52"/>
          <p:cNvGrpSpPr/>
          <p:nvPr/>
        </p:nvGrpSpPr>
        <p:grpSpPr>
          <a:xfrm>
            <a:off x="1692000" y="1264306"/>
            <a:ext cx="5760000" cy="4329389"/>
            <a:chOff x="151183" y="155299"/>
            <a:chExt cx="5760000" cy="4329389"/>
          </a:xfrm>
        </p:grpSpPr>
        <p:sp>
          <p:nvSpPr>
            <p:cNvPr id="10" name="Oval 9"/>
            <p:cNvSpPr/>
            <p:nvPr/>
          </p:nvSpPr>
          <p:spPr>
            <a:xfrm>
              <a:off x="510095" y="1963600"/>
              <a:ext cx="2160588" cy="216058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  <p:sp>
          <p:nvSpPr>
            <p:cNvPr id="11" name="Oval 10"/>
            <p:cNvSpPr/>
            <p:nvPr/>
          </p:nvSpPr>
          <p:spPr>
            <a:xfrm>
              <a:off x="1230820" y="2684325"/>
              <a:ext cx="719138" cy="71913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591183" y="1595299"/>
              <a:ext cx="1439862" cy="14493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510095" y="1603238"/>
              <a:ext cx="720725" cy="144145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  <p:sp>
          <p:nvSpPr>
            <p:cNvPr id="17" name="Oval 16"/>
            <p:cNvSpPr/>
            <p:nvPr/>
          </p:nvSpPr>
          <p:spPr>
            <a:xfrm>
              <a:off x="510095" y="523738"/>
              <a:ext cx="2160588" cy="216058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  <p:sp>
          <p:nvSpPr>
            <p:cNvPr id="18" name="Oval 17"/>
            <p:cNvSpPr/>
            <p:nvPr/>
          </p:nvSpPr>
          <p:spPr>
            <a:xfrm>
              <a:off x="1231614" y="1244463"/>
              <a:ext cx="720000" cy="72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1591183" y="523738"/>
              <a:ext cx="2879725" cy="72072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  <p:sp>
          <p:nvSpPr>
            <p:cNvPr id="24" name="Oval 23"/>
            <p:cNvSpPr/>
            <p:nvPr/>
          </p:nvSpPr>
          <p:spPr>
            <a:xfrm>
              <a:off x="3389820" y="523738"/>
              <a:ext cx="2160588" cy="216058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  <p:sp>
          <p:nvSpPr>
            <p:cNvPr id="25" name="Oval 24"/>
            <p:cNvSpPr/>
            <p:nvPr/>
          </p:nvSpPr>
          <p:spPr>
            <a:xfrm>
              <a:off x="4110545" y="1244463"/>
              <a:ext cx="720725" cy="71913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  <p:sp>
          <p:nvSpPr>
            <p:cNvPr id="29" name="Oval 28"/>
            <p:cNvSpPr/>
            <p:nvPr/>
          </p:nvSpPr>
          <p:spPr>
            <a:xfrm>
              <a:off x="3389820" y="1963600"/>
              <a:ext cx="2160588" cy="216058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4831270" y="1603238"/>
              <a:ext cx="719138" cy="144145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  <p:sp>
          <p:nvSpPr>
            <p:cNvPr id="31" name="Oval 30"/>
            <p:cNvSpPr/>
            <p:nvPr/>
          </p:nvSpPr>
          <p:spPr>
            <a:xfrm>
              <a:off x="4110545" y="2693850"/>
              <a:ext cx="720725" cy="71913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  <p:sp>
          <p:nvSpPr>
            <p:cNvPr id="33" name="Oval 32"/>
            <p:cNvSpPr/>
            <p:nvPr/>
          </p:nvSpPr>
          <p:spPr>
            <a:xfrm>
              <a:off x="2670683" y="2473188"/>
              <a:ext cx="719137" cy="72072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591183" y="1244463"/>
              <a:ext cx="2879725" cy="18002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231614" y="1595299"/>
              <a:ext cx="3600449" cy="14414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  <p:sp>
          <p:nvSpPr>
            <p:cNvPr id="35" name="Pie 34"/>
            <p:cNvSpPr/>
            <p:nvPr/>
          </p:nvSpPr>
          <p:spPr>
            <a:xfrm>
              <a:off x="1949958" y="1964688"/>
              <a:ext cx="2160000" cy="2160000"/>
            </a:xfrm>
            <a:prstGeom prst="pie">
              <a:avLst>
                <a:gd name="adj1" fmla="val 10800000"/>
                <a:gd name="adj2" fmla="val 107893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  <p:sp>
          <p:nvSpPr>
            <p:cNvPr id="36" name="Oval 35"/>
            <p:cNvSpPr/>
            <p:nvPr/>
          </p:nvSpPr>
          <p:spPr>
            <a:xfrm>
              <a:off x="2671476" y="2684325"/>
              <a:ext cx="720725" cy="71913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151183" y="155299"/>
              <a:ext cx="1440000" cy="1440000"/>
            </a:xfrm>
            <a:prstGeom prst="rect">
              <a:avLst/>
            </a:prstGeom>
            <a:no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151183" y="1595299"/>
              <a:ext cx="1440000" cy="1440000"/>
            </a:xfrm>
            <a:prstGeom prst="rect">
              <a:avLst/>
            </a:prstGeom>
            <a:no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151183" y="3044688"/>
              <a:ext cx="1440000" cy="1440000"/>
            </a:xfrm>
            <a:prstGeom prst="rect">
              <a:avLst/>
            </a:prstGeom>
            <a:no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4" name="Rectangle 43"/>
            <p:cNvSpPr/>
            <p:nvPr/>
          </p:nvSpPr>
          <p:spPr>
            <a:xfrm>
              <a:off x="1591045" y="163238"/>
              <a:ext cx="1440000" cy="1440000"/>
            </a:xfrm>
            <a:prstGeom prst="rect">
              <a:avLst/>
            </a:prstGeom>
            <a:no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5" name="Rectangle 44"/>
            <p:cNvSpPr/>
            <p:nvPr/>
          </p:nvSpPr>
          <p:spPr>
            <a:xfrm>
              <a:off x="1591183" y="1604688"/>
              <a:ext cx="1440000" cy="1440000"/>
            </a:xfrm>
            <a:prstGeom prst="rect">
              <a:avLst/>
            </a:prstGeom>
            <a:no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6" name="Rectangle 45"/>
            <p:cNvSpPr/>
            <p:nvPr/>
          </p:nvSpPr>
          <p:spPr>
            <a:xfrm>
              <a:off x="1591045" y="3044688"/>
              <a:ext cx="1440000" cy="1440000"/>
            </a:xfrm>
            <a:prstGeom prst="rect">
              <a:avLst/>
            </a:prstGeom>
            <a:no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3030908" y="164688"/>
              <a:ext cx="1440000" cy="1440000"/>
            </a:xfrm>
            <a:prstGeom prst="rect">
              <a:avLst/>
            </a:prstGeom>
            <a:no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8" name="Rectangle 47"/>
            <p:cNvSpPr/>
            <p:nvPr/>
          </p:nvSpPr>
          <p:spPr>
            <a:xfrm>
              <a:off x="3030908" y="1604688"/>
              <a:ext cx="1440000" cy="1440000"/>
            </a:xfrm>
            <a:prstGeom prst="rect">
              <a:avLst/>
            </a:prstGeom>
            <a:no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3031183" y="3035299"/>
              <a:ext cx="1440000" cy="1440000"/>
            </a:xfrm>
            <a:prstGeom prst="rect">
              <a:avLst/>
            </a:prstGeom>
            <a:no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0" name="Rectangle 49"/>
            <p:cNvSpPr/>
            <p:nvPr/>
          </p:nvSpPr>
          <p:spPr>
            <a:xfrm>
              <a:off x="4470908" y="155299"/>
              <a:ext cx="1440000" cy="1440000"/>
            </a:xfrm>
            <a:prstGeom prst="rect">
              <a:avLst/>
            </a:prstGeom>
            <a:no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1" name="Rectangle 50"/>
            <p:cNvSpPr/>
            <p:nvPr/>
          </p:nvSpPr>
          <p:spPr>
            <a:xfrm>
              <a:off x="4471183" y="1595299"/>
              <a:ext cx="1440000" cy="1440000"/>
            </a:xfrm>
            <a:prstGeom prst="rect">
              <a:avLst/>
            </a:prstGeom>
            <a:no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2" name="Rectangle 51"/>
            <p:cNvSpPr/>
            <p:nvPr/>
          </p:nvSpPr>
          <p:spPr>
            <a:xfrm>
              <a:off x="4471183" y="3035299"/>
              <a:ext cx="1440000" cy="1440000"/>
            </a:xfrm>
            <a:prstGeom prst="rect">
              <a:avLst/>
            </a:prstGeom>
            <a:no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652088" y="2705755"/>
            <a:ext cx="719138" cy="72648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DE"/>
          </a:p>
        </p:txBody>
      </p:sp>
      <p:sp>
        <p:nvSpPr>
          <p:cNvPr id="8" name="Rectangle 7"/>
          <p:cNvSpPr/>
          <p:nvPr/>
        </p:nvSpPr>
        <p:spPr>
          <a:xfrm>
            <a:off x="3852000" y="4514555"/>
            <a:ext cx="719999" cy="7207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DE"/>
          </a:p>
        </p:txBody>
      </p:sp>
      <p:sp>
        <p:nvSpPr>
          <p:cNvPr id="10" name="Oval 9"/>
          <p:cNvSpPr/>
          <p:nvPr/>
        </p:nvSpPr>
        <p:spPr>
          <a:xfrm>
            <a:off x="2771226" y="1641388"/>
            <a:ext cx="3600000" cy="360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Oval 8"/>
          <p:cNvSpPr/>
          <p:nvPr/>
        </p:nvSpPr>
        <p:spPr>
          <a:xfrm>
            <a:off x="3492000" y="2352244"/>
            <a:ext cx="2160000" cy="216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Rectangle 10"/>
          <p:cNvSpPr/>
          <p:nvPr/>
        </p:nvSpPr>
        <p:spPr>
          <a:xfrm>
            <a:off x="2412000" y="1272245"/>
            <a:ext cx="2160000" cy="3239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tangle 11"/>
          <p:cNvSpPr/>
          <p:nvPr/>
        </p:nvSpPr>
        <p:spPr>
          <a:xfrm>
            <a:off x="4572000" y="1272245"/>
            <a:ext cx="1080000" cy="21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tangle 5"/>
          <p:cNvSpPr/>
          <p:nvPr/>
        </p:nvSpPr>
        <p:spPr>
          <a:xfrm>
            <a:off x="5292001" y="4145756"/>
            <a:ext cx="1440000" cy="144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Rectangle 17"/>
          <p:cNvSpPr/>
          <p:nvPr/>
        </p:nvSpPr>
        <p:spPr>
          <a:xfrm>
            <a:off x="5291914" y="1625755"/>
            <a:ext cx="1440087" cy="10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Rectangle 4"/>
          <p:cNvSpPr/>
          <p:nvPr/>
        </p:nvSpPr>
        <p:spPr>
          <a:xfrm>
            <a:off x="5292001" y="2705756"/>
            <a:ext cx="1440000" cy="144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Rectangle 18"/>
          <p:cNvSpPr/>
          <p:nvPr/>
        </p:nvSpPr>
        <p:spPr>
          <a:xfrm>
            <a:off x="3136392" y="4286300"/>
            <a:ext cx="720000" cy="10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tangle 3"/>
          <p:cNvSpPr/>
          <p:nvPr/>
        </p:nvSpPr>
        <p:spPr>
          <a:xfrm>
            <a:off x="3852001" y="4145756"/>
            <a:ext cx="1440000" cy="144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u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791" y="1399212"/>
            <a:ext cx="5790722" cy="437047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398264" y="1399212"/>
            <a:ext cx="1999249" cy="21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7" name="Picture 6" descr="BigTurn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33145" t="32910"/>
          <a:stretch>
            <a:fillRect/>
          </a:stretch>
        </p:blipFill>
        <p:spPr>
          <a:xfrm flipV="1">
            <a:off x="3499225" y="1417500"/>
            <a:ext cx="2901336" cy="2907432"/>
          </a:xfrm>
          <a:prstGeom prst="rect">
            <a:avLst/>
          </a:prstGeom>
        </p:spPr>
      </p:pic>
      <p:cxnSp>
        <p:nvCxnSpPr>
          <p:cNvPr id="9" name="Straight Connector 8"/>
          <p:cNvCxnSpPr/>
          <p:nvPr/>
        </p:nvCxnSpPr>
        <p:spPr>
          <a:xfrm rot="5400000" flipH="1" flipV="1">
            <a:off x="3351960" y="2664792"/>
            <a:ext cx="1800000" cy="1588"/>
          </a:xfrm>
          <a:prstGeom prst="line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252754" y="3565586"/>
            <a:ext cx="1080000" cy="1588"/>
          </a:xfrm>
          <a:prstGeom prst="line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" name="Straight Connector 10"/>
          <p:cNvCxnSpPr/>
          <p:nvPr/>
        </p:nvCxnSpPr>
        <p:spPr>
          <a:xfrm rot="10800000" flipV="1">
            <a:off x="1688320" y="2870401"/>
            <a:ext cx="360000" cy="1588"/>
          </a:xfrm>
          <a:prstGeom prst="line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2" name="Straight Connector 10"/>
          <p:cNvCxnSpPr/>
          <p:nvPr/>
        </p:nvCxnSpPr>
        <p:spPr>
          <a:xfrm rot="5400000" flipH="1" flipV="1">
            <a:off x="1508320" y="2305586"/>
            <a:ext cx="1080000" cy="1588"/>
          </a:xfrm>
          <a:prstGeom prst="line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" name="Textfeld 9"/>
          <p:cNvSpPr txBox="1"/>
          <p:nvPr/>
        </p:nvSpPr>
        <p:spPr>
          <a:xfrm>
            <a:off x="1689115" y="2871990"/>
            <a:ext cx="360000" cy="369332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de-DE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1</a:t>
            </a:r>
            <a:endParaRPr lang="de-DE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13" name="Textfeld 12"/>
          <p:cNvSpPr txBox="1"/>
          <p:nvPr/>
        </p:nvSpPr>
        <p:spPr>
          <a:xfrm>
            <a:off x="3892754" y="3199212"/>
            <a:ext cx="360000" cy="369332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de-DE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5</a:t>
            </a:r>
            <a:endParaRPr lang="de-DE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14" name="Textfeld 13"/>
          <p:cNvSpPr txBox="1"/>
          <p:nvPr/>
        </p:nvSpPr>
        <p:spPr>
          <a:xfrm>
            <a:off x="4605256" y="3568544"/>
            <a:ext cx="360000" cy="369332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de-DE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3</a:t>
            </a:r>
            <a:endParaRPr lang="de-DE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llipse 11"/>
          <p:cNvSpPr/>
          <p:nvPr/>
        </p:nvSpPr>
        <p:spPr>
          <a:xfrm>
            <a:off x="1330186" y="908345"/>
            <a:ext cx="7560000" cy="756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Rectangle 49"/>
          <p:cNvSpPr/>
          <p:nvPr/>
        </p:nvSpPr>
        <p:spPr>
          <a:xfrm>
            <a:off x="963206" y="1984306"/>
            <a:ext cx="1440000" cy="144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tangle 49"/>
          <p:cNvSpPr/>
          <p:nvPr/>
        </p:nvSpPr>
        <p:spPr>
          <a:xfrm>
            <a:off x="2403206" y="544306"/>
            <a:ext cx="1440000" cy="144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tangle 14"/>
          <p:cNvSpPr/>
          <p:nvPr/>
        </p:nvSpPr>
        <p:spPr>
          <a:xfrm>
            <a:off x="1330187" y="4673876"/>
            <a:ext cx="720725" cy="14414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DE"/>
          </a:p>
        </p:txBody>
      </p:sp>
      <p:sp>
        <p:nvSpPr>
          <p:cNvPr id="11" name="Rectangle 14"/>
          <p:cNvSpPr/>
          <p:nvPr/>
        </p:nvSpPr>
        <p:spPr>
          <a:xfrm>
            <a:off x="5083979" y="908345"/>
            <a:ext cx="1440000" cy="72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DE"/>
          </a:p>
        </p:txBody>
      </p:sp>
      <p:sp>
        <p:nvSpPr>
          <p:cNvPr id="13" name="Ellipse 12"/>
          <p:cNvSpPr/>
          <p:nvPr/>
        </p:nvSpPr>
        <p:spPr>
          <a:xfrm>
            <a:off x="2050912" y="1615467"/>
            <a:ext cx="6120000" cy="612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Rechteck 13"/>
          <p:cNvSpPr/>
          <p:nvPr/>
        </p:nvSpPr>
        <p:spPr>
          <a:xfrm>
            <a:off x="5283206" y="1615467"/>
            <a:ext cx="2880000" cy="144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tangle 49"/>
          <p:cNvSpPr/>
          <p:nvPr/>
        </p:nvSpPr>
        <p:spPr>
          <a:xfrm>
            <a:off x="2403206" y="1984306"/>
            <a:ext cx="1440000" cy="144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tangle 49"/>
          <p:cNvSpPr/>
          <p:nvPr/>
        </p:nvSpPr>
        <p:spPr>
          <a:xfrm>
            <a:off x="3843206" y="544306"/>
            <a:ext cx="1440000" cy="144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tangle 49"/>
          <p:cNvSpPr/>
          <p:nvPr/>
        </p:nvSpPr>
        <p:spPr>
          <a:xfrm>
            <a:off x="963206" y="3424306"/>
            <a:ext cx="1440000" cy="144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Rechteck 14"/>
          <p:cNvSpPr/>
          <p:nvPr/>
        </p:nvSpPr>
        <p:spPr>
          <a:xfrm>
            <a:off x="5512808" y="895466"/>
            <a:ext cx="3631192" cy="59625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Rechteck 15"/>
          <p:cNvSpPr/>
          <p:nvPr/>
        </p:nvSpPr>
        <p:spPr>
          <a:xfrm>
            <a:off x="995333" y="5138670"/>
            <a:ext cx="2420795" cy="1719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 16"/>
          <p:cNvSpPr/>
          <p:nvPr/>
        </p:nvSpPr>
        <p:spPr>
          <a:xfrm>
            <a:off x="2050913" y="4864305"/>
            <a:ext cx="352293" cy="19936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9" name="Gerade Verbindung mit Pfeil 18"/>
          <p:cNvCxnSpPr/>
          <p:nvPr/>
        </p:nvCxnSpPr>
        <p:spPr>
          <a:xfrm rot="10800000">
            <a:off x="1330187" y="4673876"/>
            <a:ext cx="3780000" cy="79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4" name="Gerade Verbindung mit Pfeil 23"/>
          <p:cNvCxnSpPr/>
          <p:nvPr/>
        </p:nvCxnSpPr>
        <p:spPr>
          <a:xfrm rot="5400000" flipH="1" flipV="1">
            <a:off x="3220981" y="2797551"/>
            <a:ext cx="378000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1" name="Textfeld 30"/>
          <p:cNvSpPr txBox="1"/>
          <p:nvPr/>
        </p:nvSpPr>
        <p:spPr>
          <a:xfrm>
            <a:off x="4225700" y="4302266"/>
            <a:ext cx="705004" cy="369332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de-DE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10,5</a:t>
            </a:r>
          </a:p>
        </p:txBody>
      </p:sp>
      <p:sp>
        <p:nvSpPr>
          <p:cNvPr id="34" name="Textfeld 33"/>
          <p:cNvSpPr txBox="1"/>
          <p:nvPr/>
        </p:nvSpPr>
        <p:spPr>
          <a:xfrm>
            <a:off x="4378100" y="4769338"/>
            <a:ext cx="905106" cy="369332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r>
              <a:rPr lang="de-DE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2,625</a:t>
            </a:r>
          </a:p>
        </p:txBody>
      </p:sp>
      <p:cxnSp>
        <p:nvCxnSpPr>
          <p:cNvPr id="20" name="Gerade Verbindung mit Pfeil 19"/>
          <p:cNvCxnSpPr/>
          <p:nvPr/>
        </p:nvCxnSpPr>
        <p:spPr>
          <a:xfrm rot="10800000" flipV="1">
            <a:off x="2411775" y="4826276"/>
            <a:ext cx="27000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5" name="Textfeld 24"/>
          <p:cNvSpPr txBox="1"/>
          <p:nvPr/>
        </p:nvSpPr>
        <p:spPr>
          <a:xfrm>
            <a:off x="2556903" y="3424306"/>
            <a:ext cx="859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100</a:t>
            </a:r>
          </a:p>
        </p:txBody>
      </p:sp>
      <p:sp>
        <p:nvSpPr>
          <p:cNvPr id="26" name="Textfeld 25"/>
          <p:cNvSpPr txBox="1"/>
          <p:nvPr/>
        </p:nvSpPr>
        <p:spPr>
          <a:xfrm>
            <a:off x="2709303" y="3793638"/>
            <a:ext cx="859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200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Ellipse 23"/>
          <p:cNvSpPr/>
          <p:nvPr/>
        </p:nvSpPr>
        <p:spPr>
          <a:xfrm>
            <a:off x="1362313" y="965283"/>
            <a:ext cx="7560000" cy="756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Rectangle 49"/>
          <p:cNvSpPr/>
          <p:nvPr/>
        </p:nvSpPr>
        <p:spPr>
          <a:xfrm>
            <a:off x="995333" y="2041244"/>
            <a:ext cx="1440000" cy="144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Rectangle 49"/>
          <p:cNvSpPr/>
          <p:nvPr/>
        </p:nvSpPr>
        <p:spPr>
          <a:xfrm>
            <a:off x="2435333" y="601244"/>
            <a:ext cx="1440000" cy="144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Rectangle 14"/>
          <p:cNvSpPr/>
          <p:nvPr/>
        </p:nvSpPr>
        <p:spPr>
          <a:xfrm>
            <a:off x="1362314" y="4730814"/>
            <a:ext cx="720725" cy="14414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DE"/>
          </a:p>
        </p:txBody>
      </p:sp>
      <p:sp>
        <p:nvSpPr>
          <p:cNvPr id="28" name="Rectangle 14"/>
          <p:cNvSpPr/>
          <p:nvPr/>
        </p:nvSpPr>
        <p:spPr>
          <a:xfrm>
            <a:off x="5116106" y="965283"/>
            <a:ext cx="1440000" cy="72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DE"/>
          </a:p>
        </p:txBody>
      </p:sp>
      <p:sp>
        <p:nvSpPr>
          <p:cNvPr id="29" name="Ellipse 28"/>
          <p:cNvSpPr/>
          <p:nvPr/>
        </p:nvSpPr>
        <p:spPr>
          <a:xfrm>
            <a:off x="2083039" y="1672405"/>
            <a:ext cx="6120000" cy="612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Rechteck 29"/>
          <p:cNvSpPr/>
          <p:nvPr/>
        </p:nvSpPr>
        <p:spPr>
          <a:xfrm>
            <a:off x="5315333" y="1672405"/>
            <a:ext cx="2880000" cy="144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Rectangle 49"/>
          <p:cNvSpPr/>
          <p:nvPr/>
        </p:nvSpPr>
        <p:spPr>
          <a:xfrm>
            <a:off x="2435333" y="2041244"/>
            <a:ext cx="1440000" cy="144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2" name="Rectangle 49"/>
          <p:cNvSpPr/>
          <p:nvPr/>
        </p:nvSpPr>
        <p:spPr>
          <a:xfrm>
            <a:off x="3875333" y="601244"/>
            <a:ext cx="1440000" cy="144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3" name="Rectangle 49"/>
          <p:cNvSpPr/>
          <p:nvPr/>
        </p:nvSpPr>
        <p:spPr>
          <a:xfrm>
            <a:off x="995333" y="3481244"/>
            <a:ext cx="1440000" cy="144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4" name="Rechteck 33"/>
          <p:cNvSpPr/>
          <p:nvPr/>
        </p:nvSpPr>
        <p:spPr>
          <a:xfrm>
            <a:off x="5544935" y="952404"/>
            <a:ext cx="3631192" cy="59625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5" name="Rechteck 34"/>
          <p:cNvSpPr/>
          <p:nvPr/>
        </p:nvSpPr>
        <p:spPr>
          <a:xfrm>
            <a:off x="1027460" y="5195608"/>
            <a:ext cx="2420795" cy="1719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6" name="Rechteck 35"/>
          <p:cNvSpPr/>
          <p:nvPr/>
        </p:nvSpPr>
        <p:spPr>
          <a:xfrm>
            <a:off x="2083040" y="4921243"/>
            <a:ext cx="352293" cy="19936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38" name="Gerade Verbindung mit Pfeil 37"/>
          <p:cNvCxnSpPr/>
          <p:nvPr/>
        </p:nvCxnSpPr>
        <p:spPr>
          <a:xfrm rot="5400000" flipH="1" flipV="1">
            <a:off x="3791089" y="3392470"/>
            <a:ext cx="2704039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1" name="Gerade Verbindung mit Pfeil 40"/>
          <p:cNvCxnSpPr/>
          <p:nvPr/>
        </p:nvCxnSpPr>
        <p:spPr>
          <a:xfrm rot="10800000" flipV="1">
            <a:off x="2443902" y="4745282"/>
            <a:ext cx="27000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2" name="Textfeld 41"/>
          <p:cNvSpPr txBox="1"/>
          <p:nvPr/>
        </p:nvSpPr>
        <p:spPr>
          <a:xfrm>
            <a:off x="2589030" y="3481244"/>
            <a:ext cx="859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100</a:t>
            </a:r>
          </a:p>
        </p:txBody>
      </p:sp>
      <p:sp>
        <p:nvSpPr>
          <p:cNvPr id="43" name="Textfeld 42"/>
          <p:cNvSpPr txBox="1"/>
          <p:nvPr/>
        </p:nvSpPr>
        <p:spPr>
          <a:xfrm>
            <a:off x="3018642" y="4745284"/>
            <a:ext cx="859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200</a:t>
            </a:r>
          </a:p>
        </p:txBody>
      </p:sp>
      <p:sp>
        <p:nvSpPr>
          <p:cNvPr id="45" name="Rectangle 49"/>
          <p:cNvSpPr/>
          <p:nvPr/>
        </p:nvSpPr>
        <p:spPr>
          <a:xfrm>
            <a:off x="3875332" y="3481242"/>
            <a:ext cx="1260000" cy="12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</Words>
  <Application>Microsoft Office PowerPoint</Application>
  <PresentationFormat>Bildschirmpräsentation (4:3)</PresentationFormat>
  <Paragraphs>9</Paragraphs>
  <Slides>5</Slides>
  <Notes>0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6" baseType="lpstr">
      <vt:lpstr>Office Theme</vt:lpstr>
      <vt:lpstr>Folie 1</vt:lpstr>
      <vt:lpstr>Folie 2</vt:lpstr>
      <vt:lpstr>Folie 3</vt:lpstr>
      <vt:lpstr>Folie 4</vt:lpstr>
      <vt:lpstr>Folie 5</vt:lpstr>
    </vt:vector>
  </TitlesOfParts>
  <Company>SAP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D040187</dc:creator>
  <cp:lastModifiedBy>Jan Schlte-Rebbelmund</cp:lastModifiedBy>
  <cp:revision>74</cp:revision>
  <dcterms:created xsi:type="dcterms:W3CDTF">2009-02-03T16:29:50Z</dcterms:created>
  <dcterms:modified xsi:type="dcterms:W3CDTF">2009-02-21T18:11:15Z</dcterms:modified>
</cp:coreProperties>
</file>