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3" d="100"/>
          <a:sy n="123" d="100"/>
        </p:scale>
        <p:origin x="-118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B6B86670-6679-4E42-8254-E3B91BC3DE7B}" type="datetimeFigureOut">
              <a:rPr lang="de-DE"/>
              <a:pPr>
                <a:defRPr/>
              </a:pPr>
              <a:t>10.11.2014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de-DE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81614E77-D4FB-47E3-B4F2-12EB53A0065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30031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BCB73-1B3C-4487-BE37-600CF16B7714}" type="datetimeFigureOut">
              <a:rPr lang="de-DE"/>
              <a:pPr>
                <a:defRPr/>
              </a:pPr>
              <a:t>10.11.2014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CB5A3-D3CB-43FB-B386-AF2897C6CC40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062129-8B88-410D-BD4C-9B61DB15237F}" type="datetimeFigureOut">
              <a:rPr lang="de-DE"/>
              <a:pPr>
                <a:defRPr/>
              </a:pPr>
              <a:t>10.11.2014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5D403A-22B7-4C72-9098-12E75CE3C07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17C730-8276-426C-B961-37A59DDF2910}" type="datetimeFigureOut">
              <a:rPr lang="de-DE"/>
              <a:pPr>
                <a:defRPr/>
              </a:pPr>
              <a:t>10.11.2014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DB814-FA48-427C-A43C-3659F3D2695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C8187-CFA0-4EA5-A6CB-A2B862CBC004}" type="datetimeFigureOut">
              <a:rPr lang="de-DE"/>
              <a:pPr>
                <a:defRPr/>
              </a:pPr>
              <a:t>10.11.2014</a:t>
            </a:fld>
            <a:endParaRPr lang="de-D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AEC0D9-476C-4A50-8EE4-6C884E3A55DC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E44C48-2612-4239-B4EC-66047A929E4B}" type="datetimeFigureOut">
              <a:rPr lang="de-DE"/>
              <a:pPr>
                <a:defRPr/>
              </a:pPr>
              <a:t>10.11.2014</a:t>
            </a:fld>
            <a:endParaRPr lang="de-DE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B27A00-D10C-4CFD-9280-A5CD50AF58C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F59FF-1613-45B1-AB7E-D260C06F28BD}" type="datetimeFigureOut">
              <a:rPr lang="de-DE"/>
              <a:pPr>
                <a:defRPr/>
              </a:pPr>
              <a:t>10.11.2014</a:t>
            </a:fld>
            <a:endParaRPr lang="de-D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A5DE0-501D-4727-8E7B-24C9D4EE8A3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25618-EDA9-4506-9758-7B6D44DAB7FE}" type="datetimeFigureOut">
              <a:rPr lang="de-DE"/>
              <a:pPr>
                <a:defRPr/>
              </a:pPr>
              <a:t>10.11.2014</a:t>
            </a:fld>
            <a:endParaRPr lang="de-DE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9FB93-A4D5-4C86-9641-5566A9BD006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57BC41-D6A0-4E27-B7EB-DEE0BDE2DC52}" type="datetimeFigureOut">
              <a:rPr lang="de-DE"/>
              <a:pPr>
                <a:defRPr/>
              </a:pPr>
              <a:t>10.11.2014</a:t>
            </a:fld>
            <a:endParaRPr lang="de-D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DFD71-DEB7-44B9-855E-437BD3AC030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9DBEA-A944-4734-A65F-B39AAD0F36FF}" type="datetimeFigureOut">
              <a:rPr lang="de-DE"/>
              <a:pPr>
                <a:defRPr/>
              </a:pPr>
              <a:t>10.11.2014</a:t>
            </a:fld>
            <a:endParaRPr lang="de-D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D1AE4A-89BC-448C-BE12-C527D3D829F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D5E63D-052F-46A5-AB2E-AA73A7B23620}" type="datetimeFigureOut">
              <a:rPr lang="de-DE"/>
              <a:pPr>
                <a:defRPr/>
              </a:pPr>
              <a:t>10.11.2014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9CC70-9979-4FCD-8A6D-7FD6EE4DB24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64E99-9F21-4D77-9C6E-F330AA362300}" type="datetimeFigureOut">
              <a:rPr lang="de-DE"/>
              <a:pPr>
                <a:defRPr/>
              </a:pPr>
              <a:t>10.11.2014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A147A-601B-4CEA-AB0B-6B611D81F00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de-DE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F04165F-A357-41F9-9A12-93D1B7B0872F}" type="datetimeFigureOut">
              <a:rPr lang="de-DE"/>
              <a:pPr>
                <a:defRPr/>
              </a:pPr>
              <a:t>10.11.2014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16AFA64-A052-4EE6-B539-FED6A57CB38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/>
        </p:nvGrpSpPr>
        <p:grpSpPr>
          <a:xfrm>
            <a:off x="1692000" y="1264306"/>
            <a:ext cx="5760000" cy="4329389"/>
            <a:chOff x="151183" y="155299"/>
            <a:chExt cx="5760000" cy="4329389"/>
          </a:xfrm>
        </p:grpSpPr>
        <p:sp>
          <p:nvSpPr>
            <p:cNvPr id="10" name="Oval 9"/>
            <p:cNvSpPr/>
            <p:nvPr/>
          </p:nvSpPr>
          <p:spPr>
            <a:xfrm>
              <a:off x="510095" y="1963600"/>
              <a:ext cx="2160588" cy="21605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1" name="Oval 10"/>
            <p:cNvSpPr/>
            <p:nvPr/>
          </p:nvSpPr>
          <p:spPr>
            <a:xfrm>
              <a:off x="1230820" y="2684325"/>
              <a:ext cx="719138" cy="7191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591183" y="1595299"/>
              <a:ext cx="1439862" cy="1449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10095" y="1603238"/>
              <a:ext cx="720725" cy="1441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7" name="Oval 16"/>
            <p:cNvSpPr/>
            <p:nvPr/>
          </p:nvSpPr>
          <p:spPr>
            <a:xfrm>
              <a:off x="510095" y="523738"/>
              <a:ext cx="2160588" cy="216058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8" name="Oval 17"/>
            <p:cNvSpPr/>
            <p:nvPr/>
          </p:nvSpPr>
          <p:spPr>
            <a:xfrm>
              <a:off x="1231614" y="1244463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591183" y="523738"/>
              <a:ext cx="2879725" cy="7207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24" name="Oval 23"/>
            <p:cNvSpPr/>
            <p:nvPr/>
          </p:nvSpPr>
          <p:spPr>
            <a:xfrm>
              <a:off x="3389820" y="523738"/>
              <a:ext cx="2160588" cy="216058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25" name="Oval 24"/>
            <p:cNvSpPr/>
            <p:nvPr/>
          </p:nvSpPr>
          <p:spPr>
            <a:xfrm>
              <a:off x="4110545" y="1244463"/>
              <a:ext cx="720725" cy="719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29" name="Oval 28"/>
            <p:cNvSpPr/>
            <p:nvPr/>
          </p:nvSpPr>
          <p:spPr>
            <a:xfrm>
              <a:off x="3389820" y="1963600"/>
              <a:ext cx="2160588" cy="21605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831270" y="1603238"/>
              <a:ext cx="719138" cy="1441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31" name="Oval 30"/>
            <p:cNvSpPr/>
            <p:nvPr/>
          </p:nvSpPr>
          <p:spPr>
            <a:xfrm>
              <a:off x="4110545" y="2693850"/>
              <a:ext cx="720725" cy="7191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33" name="Oval 32"/>
            <p:cNvSpPr/>
            <p:nvPr/>
          </p:nvSpPr>
          <p:spPr>
            <a:xfrm>
              <a:off x="2670683" y="2473188"/>
              <a:ext cx="719137" cy="7207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91183" y="1244463"/>
              <a:ext cx="2879725" cy="1800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31614" y="1595299"/>
              <a:ext cx="3600449" cy="144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35" name="Pie 34"/>
            <p:cNvSpPr/>
            <p:nvPr/>
          </p:nvSpPr>
          <p:spPr>
            <a:xfrm>
              <a:off x="1949958" y="1964688"/>
              <a:ext cx="2160000" cy="2160000"/>
            </a:xfrm>
            <a:prstGeom prst="pie">
              <a:avLst>
                <a:gd name="adj1" fmla="val 10800000"/>
                <a:gd name="adj2" fmla="val 107893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36" name="Oval 35"/>
            <p:cNvSpPr/>
            <p:nvPr/>
          </p:nvSpPr>
          <p:spPr>
            <a:xfrm>
              <a:off x="2671476" y="2684325"/>
              <a:ext cx="720725" cy="7191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51183" y="155299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51183" y="1595299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51183" y="3044688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591045" y="163238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591183" y="1604688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591045" y="3044688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030908" y="164688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030908" y="1604688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031183" y="3035299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470908" y="155299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471183" y="1595299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471183" y="3035299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2088" y="2705755"/>
            <a:ext cx="719138" cy="72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8" name="Rectangle 7"/>
          <p:cNvSpPr/>
          <p:nvPr/>
        </p:nvSpPr>
        <p:spPr>
          <a:xfrm>
            <a:off x="3852000" y="4514555"/>
            <a:ext cx="719999" cy="720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0" name="Oval 9"/>
          <p:cNvSpPr/>
          <p:nvPr/>
        </p:nvSpPr>
        <p:spPr>
          <a:xfrm>
            <a:off x="2771226" y="1641388"/>
            <a:ext cx="3600000" cy="360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Oval 8"/>
          <p:cNvSpPr/>
          <p:nvPr/>
        </p:nvSpPr>
        <p:spPr>
          <a:xfrm>
            <a:off x="3492000" y="2352244"/>
            <a:ext cx="2160000" cy="21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tangle 10"/>
          <p:cNvSpPr/>
          <p:nvPr/>
        </p:nvSpPr>
        <p:spPr>
          <a:xfrm>
            <a:off x="2412000" y="1272245"/>
            <a:ext cx="2160000" cy="3239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tangle 11"/>
          <p:cNvSpPr/>
          <p:nvPr/>
        </p:nvSpPr>
        <p:spPr>
          <a:xfrm>
            <a:off x="4572000" y="1272245"/>
            <a:ext cx="1080000" cy="21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5"/>
          <p:cNvSpPr/>
          <p:nvPr/>
        </p:nvSpPr>
        <p:spPr>
          <a:xfrm>
            <a:off x="5292001" y="414575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tangle 17"/>
          <p:cNvSpPr/>
          <p:nvPr/>
        </p:nvSpPr>
        <p:spPr>
          <a:xfrm>
            <a:off x="5291914" y="1625755"/>
            <a:ext cx="1440087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tangle 4"/>
          <p:cNvSpPr/>
          <p:nvPr/>
        </p:nvSpPr>
        <p:spPr>
          <a:xfrm>
            <a:off x="5292001" y="270575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tangle 18"/>
          <p:cNvSpPr/>
          <p:nvPr/>
        </p:nvSpPr>
        <p:spPr>
          <a:xfrm>
            <a:off x="3136392" y="4286300"/>
            <a:ext cx="720000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tangle 3"/>
          <p:cNvSpPr/>
          <p:nvPr/>
        </p:nvSpPr>
        <p:spPr>
          <a:xfrm>
            <a:off x="3852001" y="414575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91" y="1399212"/>
            <a:ext cx="5790722" cy="43704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98264" y="1399212"/>
            <a:ext cx="1999249" cy="21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Picture 6" descr="BigTurn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145" t="32910"/>
          <a:stretch>
            <a:fillRect/>
          </a:stretch>
        </p:blipFill>
        <p:spPr>
          <a:xfrm flipV="1">
            <a:off x="3499225" y="1417500"/>
            <a:ext cx="2901336" cy="2907432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rot="5400000" flipH="1" flipV="1">
            <a:off x="3351960" y="2664792"/>
            <a:ext cx="1800000" cy="1588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252754" y="3565586"/>
            <a:ext cx="1080000" cy="1588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10"/>
          <p:cNvCxnSpPr/>
          <p:nvPr/>
        </p:nvCxnSpPr>
        <p:spPr>
          <a:xfrm rot="10800000" flipV="1">
            <a:off x="1688320" y="2870401"/>
            <a:ext cx="360000" cy="1588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0"/>
          <p:cNvCxnSpPr/>
          <p:nvPr/>
        </p:nvCxnSpPr>
        <p:spPr>
          <a:xfrm rot="5400000" flipH="1" flipV="1">
            <a:off x="1508320" y="2305586"/>
            <a:ext cx="1080000" cy="1588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feld 9"/>
          <p:cNvSpPr txBox="1"/>
          <p:nvPr/>
        </p:nvSpPr>
        <p:spPr>
          <a:xfrm>
            <a:off x="1689115" y="2871990"/>
            <a:ext cx="3600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</a:t>
            </a:r>
            <a:endParaRPr lang="de-DE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3892754" y="3199212"/>
            <a:ext cx="3600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5</a:t>
            </a:r>
            <a:endParaRPr lang="de-DE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4605256" y="3568544"/>
            <a:ext cx="3600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3</a:t>
            </a:r>
            <a:endParaRPr lang="de-DE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/>
          <p:cNvSpPr/>
          <p:nvPr/>
        </p:nvSpPr>
        <p:spPr>
          <a:xfrm>
            <a:off x="1330186" y="908345"/>
            <a:ext cx="7560000" cy="756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tangle 49"/>
          <p:cNvSpPr/>
          <p:nvPr/>
        </p:nvSpPr>
        <p:spPr>
          <a:xfrm>
            <a:off x="963206" y="198430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49"/>
          <p:cNvSpPr/>
          <p:nvPr/>
        </p:nvSpPr>
        <p:spPr>
          <a:xfrm>
            <a:off x="2403206" y="54430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tangle 14"/>
          <p:cNvSpPr/>
          <p:nvPr/>
        </p:nvSpPr>
        <p:spPr>
          <a:xfrm>
            <a:off x="1330187" y="4673876"/>
            <a:ext cx="720725" cy="1441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1" name="Rectangle 14"/>
          <p:cNvSpPr/>
          <p:nvPr/>
        </p:nvSpPr>
        <p:spPr>
          <a:xfrm>
            <a:off x="5083979" y="908345"/>
            <a:ext cx="144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3" name="Ellipse 12"/>
          <p:cNvSpPr/>
          <p:nvPr/>
        </p:nvSpPr>
        <p:spPr>
          <a:xfrm>
            <a:off x="2050912" y="1615467"/>
            <a:ext cx="6120000" cy="61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5283206" y="1615467"/>
            <a:ext cx="2880000" cy="14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tangle 49"/>
          <p:cNvSpPr/>
          <p:nvPr/>
        </p:nvSpPr>
        <p:spPr>
          <a:xfrm>
            <a:off x="2403206" y="198430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49"/>
          <p:cNvSpPr/>
          <p:nvPr/>
        </p:nvSpPr>
        <p:spPr>
          <a:xfrm>
            <a:off x="3843206" y="54430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49"/>
          <p:cNvSpPr/>
          <p:nvPr/>
        </p:nvSpPr>
        <p:spPr>
          <a:xfrm>
            <a:off x="963206" y="342430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/>
          <p:cNvSpPr/>
          <p:nvPr/>
        </p:nvSpPr>
        <p:spPr>
          <a:xfrm>
            <a:off x="5512808" y="895466"/>
            <a:ext cx="3631192" cy="5962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/>
          <p:cNvSpPr/>
          <p:nvPr/>
        </p:nvSpPr>
        <p:spPr>
          <a:xfrm>
            <a:off x="995333" y="5138670"/>
            <a:ext cx="2420795" cy="1719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2050913" y="4864305"/>
            <a:ext cx="352293" cy="1993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Gerade Verbindung mit Pfeil 18"/>
          <p:cNvCxnSpPr/>
          <p:nvPr/>
        </p:nvCxnSpPr>
        <p:spPr>
          <a:xfrm rot="10800000">
            <a:off x="1330187" y="4673876"/>
            <a:ext cx="3780000" cy="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Gerade Verbindung mit Pfeil 23"/>
          <p:cNvCxnSpPr/>
          <p:nvPr/>
        </p:nvCxnSpPr>
        <p:spPr>
          <a:xfrm rot="5400000" flipH="1" flipV="1">
            <a:off x="3220981" y="2797551"/>
            <a:ext cx="3780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Textfeld 30"/>
          <p:cNvSpPr txBox="1"/>
          <p:nvPr/>
        </p:nvSpPr>
        <p:spPr>
          <a:xfrm>
            <a:off x="4225700" y="4302266"/>
            <a:ext cx="70500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10,5</a:t>
            </a:r>
          </a:p>
        </p:txBody>
      </p:sp>
      <p:sp>
        <p:nvSpPr>
          <p:cNvPr id="34" name="Textfeld 33"/>
          <p:cNvSpPr txBox="1"/>
          <p:nvPr/>
        </p:nvSpPr>
        <p:spPr>
          <a:xfrm>
            <a:off x="4378100" y="4769338"/>
            <a:ext cx="905106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de-DE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2,625</a:t>
            </a:r>
          </a:p>
        </p:txBody>
      </p:sp>
      <p:cxnSp>
        <p:nvCxnSpPr>
          <p:cNvPr id="20" name="Gerade Verbindung mit Pfeil 19"/>
          <p:cNvCxnSpPr/>
          <p:nvPr/>
        </p:nvCxnSpPr>
        <p:spPr>
          <a:xfrm rot="10800000" flipV="1">
            <a:off x="2411775" y="4826276"/>
            <a:ext cx="2700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Textfeld 24"/>
          <p:cNvSpPr txBox="1"/>
          <p:nvPr/>
        </p:nvSpPr>
        <p:spPr>
          <a:xfrm>
            <a:off x="2556903" y="3424306"/>
            <a:ext cx="85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100</a:t>
            </a:r>
          </a:p>
        </p:txBody>
      </p:sp>
      <p:sp>
        <p:nvSpPr>
          <p:cNvPr id="26" name="Textfeld 25"/>
          <p:cNvSpPr txBox="1"/>
          <p:nvPr/>
        </p:nvSpPr>
        <p:spPr>
          <a:xfrm>
            <a:off x="2709303" y="3793638"/>
            <a:ext cx="85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200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llipse 23"/>
          <p:cNvSpPr/>
          <p:nvPr/>
        </p:nvSpPr>
        <p:spPr>
          <a:xfrm>
            <a:off x="1362313" y="965283"/>
            <a:ext cx="7560000" cy="756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tangle 49"/>
          <p:cNvSpPr/>
          <p:nvPr/>
        </p:nvSpPr>
        <p:spPr>
          <a:xfrm>
            <a:off x="995333" y="204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tangle 49"/>
          <p:cNvSpPr/>
          <p:nvPr/>
        </p:nvSpPr>
        <p:spPr>
          <a:xfrm>
            <a:off x="2435333" y="60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tangle 14"/>
          <p:cNvSpPr/>
          <p:nvPr/>
        </p:nvSpPr>
        <p:spPr>
          <a:xfrm>
            <a:off x="1362314" y="4730814"/>
            <a:ext cx="720725" cy="1441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8" name="Rectangle 14"/>
          <p:cNvSpPr/>
          <p:nvPr/>
        </p:nvSpPr>
        <p:spPr>
          <a:xfrm>
            <a:off x="5116106" y="965283"/>
            <a:ext cx="144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9" name="Ellipse 28"/>
          <p:cNvSpPr/>
          <p:nvPr/>
        </p:nvSpPr>
        <p:spPr>
          <a:xfrm>
            <a:off x="2083039" y="1672405"/>
            <a:ext cx="6120000" cy="61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/>
          <p:cNvSpPr/>
          <p:nvPr/>
        </p:nvSpPr>
        <p:spPr>
          <a:xfrm>
            <a:off x="5315333" y="1672405"/>
            <a:ext cx="2880000" cy="14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tangle 49"/>
          <p:cNvSpPr/>
          <p:nvPr/>
        </p:nvSpPr>
        <p:spPr>
          <a:xfrm>
            <a:off x="2435333" y="204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tangle 49"/>
          <p:cNvSpPr/>
          <p:nvPr/>
        </p:nvSpPr>
        <p:spPr>
          <a:xfrm>
            <a:off x="3875333" y="60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tangle 49"/>
          <p:cNvSpPr/>
          <p:nvPr/>
        </p:nvSpPr>
        <p:spPr>
          <a:xfrm>
            <a:off x="995333" y="348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/>
          <p:cNvSpPr/>
          <p:nvPr/>
        </p:nvSpPr>
        <p:spPr>
          <a:xfrm>
            <a:off x="5544935" y="952404"/>
            <a:ext cx="3631192" cy="5962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/>
          <p:cNvSpPr/>
          <p:nvPr/>
        </p:nvSpPr>
        <p:spPr>
          <a:xfrm>
            <a:off x="1027460" y="5195608"/>
            <a:ext cx="2420795" cy="1719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/>
          <p:cNvSpPr/>
          <p:nvPr/>
        </p:nvSpPr>
        <p:spPr>
          <a:xfrm>
            <a:off x="2083040" y="4921243"/>
            <a:ext cx="352293" cy="1993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 Verbindung mit Pfeil 37"/>
          <p:cNvCxnSpPr/>
          <p:nvPr/>
        </p:nvCxnSpPr>
        <p:spPr>
          <a:xfrm rot="5400000" flipH="1" flipV="1">
            <a:off x="3791089" y="3392470"/>
            <a:ext cx="2704039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/>
          <p:nvPr/>
        </p:nvCxnSpPr>
        <p:spPr>
          <a:xfrm rot="10800000" flipV="1">
            <a:off x="2443902" y="4745282"/>
            <a:ext cx="2700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Textfeld 41"/>
          <p:cNvSpPr txBox="1"/>
          <p:nvPr/>
        </p:nvSpPr>
        <p:spPr>
          <a:xfrm>
            <a:off x="2589030" y="3481244"/>
            <a:ext cx="85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100</a:t>
            </a:r>
          </a:p>
        </p:txBody>
      </p:sp>
      <p:sp>
        <p:nvSpPr>
          <p:cNvPr id="43" name="Textfeld 42"/>
          <p:cNvSpPr txBox="1"/>
          <p:nvPr/>
        </p:nvSpPr>
        <p:spPr>
          <a:xfrm>
            <a:off x="3018642" y="4745284"/>
            <a:ext cx="85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200</a:t>
            </a:r>
          </a:p>
        </p:txBody>
      </p:sp>
      <p:sp>
        <p:nvSpPr>
          <p:cNvPr id="45" name="Rectangle 49"/>
          <p:cNvSpPr/>
          <p:nvPr/>
        </p:nvSpPr>
        <p:spPr>
          <a:xfrm>
            <a:off x="3875332" y="3481242"/>
            <a:ext cx="1260000" cy="12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llipse 23"/>
          <p:cNvSpPr/>
          <p:nvPr/>
        </p:nvSpPr>
        <p:spPr>
          <a:xfrm>
            <a:off x="1362313" y="965283"/>
            <a:ext cx="7920000" cy="792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tangle 49"/>
          <p:cNvSpPr/>
          <p:nvPr/>
        </p:nvSpPr>
        <p:spPr>
          <a:xfrm>
            <a:off x="995333" y="204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tangle 49"/>
          <p:cNvSpPr/>
          <p:nvPr/>
        </p:nvSpPr>
        <p:spPr>
          <a:xfrm>
            <a:off x="2435333" y="60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Ellipse 28"/>
          <p:cNvSpPr/>
          <p:nvPr/>
        </p:nvSpPr>
        <p:spPr>
          <a:xfrm>
            <a:off x="2083039" y="1672405"/>
            <a:ext cx="6480000" cy="64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tangle 49"/>
          <p:cNvSpPr/>
          <p:nvPr/>
        </p:nvSpPr>
        <p:spPr>
          <a:xfrm>
            <a:off x="2435333" y="204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tangle 49"/>
          <p:cNvSpPr/>
          <p:nvPr/>
        </p:nvSpPr>
        <p:spPr>
          <a:xfrm>
            <a:off x="3875333" y="60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/>
          <p:cNvSpPr/>
          <p:nvPr/>
        </p:nvSpPr>
        <p:spPr>
          <a:xfrm>
            <a:off x="5323039" y="952404"/>
            <a:ext cx="3820961" cy="5962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/>
          <p:cNvSpPr/>
          <p:nvPr/>
        </p:nvSpPr>
        <p:spPr>
          <a:xfrm>
            <a:off x="1027460" y="4928993"/>
            <a:ext cx="2420795" cy="1916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 Verbindung mit Pfeil 37"/>
          <p:cNvCxnSpPr/>
          <p:nvPr/>
        </p:nvCxnSpPr>
        <p:spPr>
          <a:xfrm rot="5400000" flipH="1" flipV="1">
            <a:off x="3791089" y="3392470"/>
            <a:ext cx="2704039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/>
          <p:nvPr/>
        </p:nvCxnSpPr>
        <p:spPr>
          <a:xfrm rot="10800000" flipV="1">
            <a:off x="2443902" y="4745282"/>
            <a:ext cx="2700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Textfeld 41"/>
          <p:cNvSpPr txBox="1"/>
          <p:nvPr/>
        </p:nvSpPr>
        <p:spPr>
          <a:xfrm>
            <a:off x="2589030" y="3481244"/>
            <a:ext cx="85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100</a:t>
            </a:r>
          </a:p>
        </p:txBody>
      </p:sp>
      <p:sp>
        <p:nvSpPr>
          <p:cNvPr id="43" name="Textfeld 42"/>
          <p:cNvSpPr txBox="1"/>
          <p:nvPr/>
        </p:nvSpPr>
        <p:spPr>
          <a:xfrm>
            <a:off x="3018642" y="4745284"/>
            <a:ext cx="85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200</a:t>
            </a:r>
          </a:p>
        </p:txBody>
      </p:sp>
      <p:sp>
        <p:nvSpPr>
          <p:cNvPr id="45" name="Rectangle 49"/>
          <p:cNvSpPr/>
          <p:nvPr/>
        </p:nvSpPr>
        <p:spPr>
          <a:xfrm>
            <a:off x="3875332" y="3481242"/>
            <a:ext cx="1260000" cy="12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tangle 49"/>
          <p:cNvSpPr/>
          <p:nvPr/>
        </p:nvSpPr>
        <p:spPr>
          <a:xfrm>
            <a:off x="995333" y="348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9786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llipse 23"/>
          <p:cNvSpPr/>
          <p:nvPr/>
        </p:nvSpPr>
        <p:spPr>
          <a:xfrm>
            <a:off x="1362313" y="965283"/>
            <a:ext cx="5040000" cy="504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Ellipse 28"/>
          <p:cNvSpPr/>
          <p:nvPr/>
        </p:nvSpPr>
        <p:spPr>
          <a:xfrm>
            <a:off x="2083039" y="1672405"/>
            <a:ext cx="3600000" cy="360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tangle 49"/>
          <p:cNvSpPr/>
          <p:nvPr/>
        </p:nvSpPr>
        <p:spPr>
          <a:xfrm>
            <a:off x="2435333" y="204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/>
          <p:cNvSpPr/>
          <p:nvPr/>
        </p:nvSpPr>
        <p:spPr>
          <a:xfrm>
            <a:off x="3882313" y="952404"/>
            <a:ext cx="5261687" cy="5905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/>
          <p:cNvSpPr/>
          <p:nvPr/>
        </p:nvSpPr>
        <p:spPr>
          <a:xfrm>
            <a:off x="1027459" y="3485283"/>
            <a:ext cx="3215580" cy="3372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tangle 49"/>
          <p:cNvSpPr/>
          <p:nvPr/>
        </p:nvSpPr>
        <p:spPr>
          <a:xfrm>
            <a:off x="995333" y="204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tangle 49"/>
          <p:cNvSpPr/>
          <p:nvPr/>
        </p:nvSpPr>
        <p:spPr>
          <a:xfrm>
            <a:off x="995333" y="60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tangle 49"/>
          <p:cNvSpPr/>
          <p:nvPr/>
        </p:nvSpPr>
        <p:spPr>
          <a:xfrm>
            <a:off x="2435333" y="60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569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llipse 23"/>
          <p:cNvSpPr/>
          <p:nvPr/>
        </p:nvSpPr>
        <p:spPr>
          <a:xfrm>
            <a:off x="1362313" y="965283"/>
            <a:ext cx="3960000" cy="396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Ellipse 28"/>
          <p:cNvSpPr/>
          <p:nvPr/>
        </p:nvSpPr>
        <p:spPr>
          <a:xfrm>
            <a:off x="2083039" y="1672405"/>
            <a:ext cx="2520000" cy="25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tangle 49"/>
          <p:cNvSpPr/>
          <p:nvPr/>
        </p:nvSpPr>
        <p:spPr>
          <a:xfrm>
            <a:off x="2435333" y="204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/>
          <p:cNvSpPr/>
          <p:nvPr/>
        </p:nvSpPr>
        <p:spPr>
          <a:xfrm>
            <a:off x="3343039" y="639159"/>
            <a:ext cx="5261687" cy="6256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/>
          <p:cNvSpPr/>
          <p:nvPr/>
        </p:nvSpPr>
        <p:spPr>
          <a:xfrm>
            <a:off x="1027459" y="2945283"/>
            <a:ext cx="3215580" cy="3912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tangle 49"/>
          <p:cNvSpPr/>
          <p:nvPr/>
        </p:nvSpPr>
        <p:spPr>
          <a:xfrm>
            <a:off x="995333" y="204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tangle 49"/>
          <p:cNvSpPr/>
          <p:nvPr/>
        </p:nvSpPr>
        <p:spPr>
          <a:xfrm>
            <a:off x="995333" y="60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tangle 49"/>
          <p:cNvSpPr/>
          <p:nvPr/>
        </p:nvSpPr>
        <p:spPr>
          <a:xfrm>
            <a:off x="2435333" y="60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484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On-screen Show (4:3)</PresentationFormat>
  <Paragraphs>11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D040187</dc:creator>
  <cp:lastModifiedBy>Jan Schulte-Rebbelmund</cp:lastModifiedBy>
  <cp:revision>77</cp:revision>
  <dcterms:created xsi:type="dcterms:W3CDTF">2009-02-03T16:29:50Z</dcterms:created>
  <dcterms:modified xsi:type="dcterms:W3CDTF">2014-11-10T16:14:47Z</dcterms:modified>
</cp:coreProperties>
</file>