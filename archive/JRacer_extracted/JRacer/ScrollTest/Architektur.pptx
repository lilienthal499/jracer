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72" y="-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823A-DB8D-467E-8418-A5E92046B002}" type="datetimeFigureOut">
              <a:rPr lang="en-US" smtClean="0"/>
              <a:pPr/>
              <a:t>10/13/2009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5D80F-E106-4FB3-ABF8-6E9D7C4941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823A-DB8D-467E-8418-A5E92046B002}" type="datetimeFigureOut">
              <a:rPr lang="en-US" smtClean="0"/>
              <a:pPr/>
              <a:t>10/13/2009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5D80F-E106-4FB3-ABF8-6E9D7C4941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823A-DB8D-467E-8418-A5E92046B002}" type="datetimeFigureOut">
              <a:rPr lang="en-US" smtClean="0"/>
              <a:pPr/>
              <a:t>10/13/2009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5D80F-E106-4FB3-ABF8-6E9D7C4941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823A-DB8D-467E-8418-A5E92046B002}" type="datetimeFigureOut">
              <a:rPr lang="en-US" smtClean="0"/>
              <a:pPr/>
              <a:t>10/13/2009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5D80F-E106-4FB3-ABF8-6E9D7C4941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823A-DB8D-467E-8418-A5E92046B002}" type="datetimeFigureOut">
              <a:rPr lang="en-US" smtClean="0"/>
              <a:pPr/>
              <a:t>10/13/2009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5D80F-E106-4FB3-ABF8-6E9D7C4941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823A-DB8D-467E-8418-A5E92046B002}" type="datetimeFigureOut">
              <a:rPr lang="en-US" smtClean="0"/>
              <a:pPr/>
              <a:t>10/13/2009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5D80F-E106-4FB3-ABF8-6E9D7C4941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823A-DB8D-467E-8418-A5E92046B002}" type="datetimeFigureOut">
              <a:rPr lang="en-US" smtClean="0"/>
              <a:pPr/>
              <a:t>10/13/2009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5D80F-E106-4FB3-ABF8-6E9D7C4941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823A-DB8D-467E-8418-A5E92046B002}" type="datetimeFigureOut">
              <a:rPr lang="en-US" smtClean="0"/>
              <a:pPr/>
              <a:t>10/13/2009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5D80F-E106-4FB3-ABF8-6E9D7C4941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823A-DB8D-467E-8418-A5E92046B002}" type="datetimeFigureOut">
              <a:rPr lang="en-US" smtClean="0"/>
              <a:pPr/>
              <a:t>10/13/2009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5D80F-E106-4FB3-ABF8-6E9D7C4941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823A-DB8D-467E-8418-A5E92046B002}" type="datetimeFigureOut">
              <a:rPr lang="en-US" smtClean="0"/>
              <a:pPr/>
              <a:t>10/13/2009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5D80F-E106-4FB3-ABF8-6E9D7C4941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823A-DB8D-467E-8418-A5E92046B002}" type="datetimeFigureOut">
              <a:rPr lang="en-US" smtClean="0"/>
              <a:pPr/>
              <a:t>10/13/2009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5D80F-E106-4FB3-ABF8-6E9D7C4941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F823A-DB8D-467E-8418-A5E92046B002}" type="datetimeFigureOut">
              <a:rPr lang="en-US" smtClean="0"/>
              <a:pPr/>
              <a:t>10/13/2009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5D80F-E106-4FB3-ABF8-6E9D7C4941C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00298" y="2643182"/>
            <a:ext cx="1643074" cy="1357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Map Keycode to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00298" y="5072074"/>
            <a:ext cx="4786346" cy="1357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Thread</a:t>
            </a:r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 rot="5400000">
            <a:off x="2571736" y="1678769"/>
            <a:ext cx="1071570" cy="857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5400000">
            <a:off x="2571736" y="4107661"/>
            <a:ext cx="1071570" cy="857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 rot="16200000" flipV="1">
            <a:off x="6107917" y="4107661"/>
            <a:ext cx="1071570" cy="857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Right Arrow 9"/>
          <p:cNvSpPr/>
          <p:nvPr/>
        </p:nvSpPr>
        <p:spPr>
          <a:xfrm rot="16200000" flipV="1">
            <a:off x="5965041" y="1678769"/>
            <a:ext cx="1071570" cy="857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929454" y="4500570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40ms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500694" y="1285860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&lt; 40ms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429124" y="4559866"/>
            <a:ext cx="2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 Position der Autos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0" y="1996851"/>
            <a:ext cx="178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Verschieben der Autos / Karte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500166" y="1425347"/>
            <a:ext cx="1357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Keydown / Keyup Event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857356" y="4000504"/>
            <a:ext cx="92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Aktion+ Status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715008" y="2643182"/>
            <a:ext cx="1643074" cy="1357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Translate absolute in relative Position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29</Words>
  <Application>Microsoft Office PowerPoint</Application>
  <PresentationFormat>On-screen Show (4:3)</PresentationFormat>
  <Paragraphs>9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>SAP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d040187</dc:creator>
  <cp:lastModifiedBy>d040187</cp:lastModifiedBy>
  <cp:revision>9</cp:revision>
  <dcterms:created xsi:type="dcterms:W3CDTF">2009-10-13T07:14:56Z</dcterms:created>
  <dcterms:modified xsi:type="dcterms:W3CDTF">2009-10-13T09:56:58Z</dcterms:modified>
</cp:coreProperties>
</file>